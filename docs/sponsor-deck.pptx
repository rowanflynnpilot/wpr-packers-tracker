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 ·  SPONSORSHIP 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Packers,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season-long Green Bay Packers stats experience inside Wisconsin's most local news brand — with your name on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wausaupilotandreview.com   ·   weber.chris@wausaupilotandreview.com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38928" y="2542032"/>
            <a:ext cx="3529584" cy="19476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C:\Users\rpfly\Projects\wpr-packers-tracker\public\og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184"/>
            <a:ext cx="3383280" cy="1801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Wisconsin's biggest weekly audience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41148" cy="1481328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days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anticipation around every game — countdown, injuries, matchup, film room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41148" cy="1481328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10" name="Text 8"/>
          <p:cNvSpPr/>
          <p:nvPr/>
        </p:nvSpPr>
        <p:spPr>
          <a:xfrm>
            <a:off x="2798064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98064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 — score, situation and win probability are always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371600"/>
            <a:ext cx="41148" cy="1481328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82896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slots on one page, from a section credit to the title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21424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1424" y="1371600"/>
            <a:ext cx="41148" cy="1481328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67728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— no consent banner between a reader and your brand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and gold is the state religion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3511296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is where central Wisconsin looks first for news — and no team owns this state's attention like the Packers. This page puts your brand inside that Sunday habit, not beside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quality, not ad clutter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54880" y="3511296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designed page — no programmatic ads, no pop-ups. Sponsor lockups are part of the page's design language, so your brand reads as the patron of the coverage, the way print sponsorship used to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readers get, all season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521562"/>
            <a:ext cx="175565" cy="175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hero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8992" y="1618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down &amp; distance, win probability and latest plays, refreshed every 30 seconds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0016" y="1426464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152156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+ the race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212080" y="1618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North with form strips, and the division race charted week by week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2313432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2408530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odds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78992" y="25054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4,000-simulation forecast of the January picture, run right in the browser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0016" y="2313432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2408530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schedule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212080" y="25054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weeks with kickoff, TV and venue; every final opens a box score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66928" y="3200400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6" y="3295498"/>
            <a:ext cx="175565" cy="1755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Lambeau forecast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078992" y="3392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weather for home games — half the story of December football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0016" y="3200400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114" y="3295498"/>
            <a:ext cx="175565" cy="1755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12080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room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212080" y="3392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replayed: win-probability chart, scoring plays, 20+ yard chunk plays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66928" y="4087368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6" y="4182466"/>
            <a:ext cx="175565" cy="1755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78992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+ player cards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1078992" y="4279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 and defense leaders with NFL rank chips; tap any player for their card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700016" y="4087368"/>
            <a:ext cx="365760" cy="365760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14" y="4182466"/>
            <a:ext cx="175565" cy="17556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1208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share cards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5212080" y="4279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kickoff alerts, and stat cards readers post straight to their feeds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slots, sold like print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697480" cy="3401568"/>
          </a:xfrm>
          <a:prstGeom prst="rect">
            <a:avLst/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Masthead + Packers banner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755648"/>
            <a:ext cx="2404872" cy="274320"/>
          </a:xfrm>
          <a:prstGeom prst="rect">
            <a:avLst/>
          </a:prstGeom>
          <a:solidFill>
            <a:srgbClr val="FFB612"/>
          </a:solidFill>
          <a:ln w="12700">
            <a:solidFill>
              <a:srgbClr val="FFB6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64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 LOCKUP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2121408"/>
            <a:ext cx="2404872" cy="274320"/>
          </a:xfrm>
          <a:prstGeom prst="rect">
            <a:avLst/>
          </a:prstGeom>
          <a:solidFill>
            <a:srgbClr val="FFB612"/>
          </a:solidFill>
          <a:ln w="12700">
            <a:solidFill>
              <a:srgbClr val="FFB6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hero · credit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B6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Lambeau forecast · credit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285292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pulse + standings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321868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B6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race chart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" y="358444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93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box scores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" y="395020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B6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Game-day guide · venue listings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" y="431596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B6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+ film room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4791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title package    </a:t>
            </a:r>
            <a:pPr indent="0" marL="0">
              <a:buNone/>
            </a:pPr>
            <a:r>
              <a:rPr lang="en-US" sz="100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slots    </a:t>
            </a:r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editorial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1298448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1298448"/>
            <a:ext cx="41148" cy="585216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6" name="Text 24"/>
          <p:cNvSpPr/>
          <p:nvPr/>
        </p:nvSpPr>
        <p:spPr>
          <a:xfrm>
            <a:off x="3767328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sponsorship — the flagship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67328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lockup + hero credit + email digest logo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99248" y="1463040"/>
            <a:ext cx="749808" cy="256032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1975104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1975104"/>
            <a:ext cx="41148" cy="585216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1" name="Text 29"/>
          <p:cNvSpPr/>
          <p:nvPr/>
        </p:nvSpPr>
        <p:spPr>
          <a:xfrm>
            <a:off x="3767328" y="2029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Lambeau kickoff forecast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67328" y="2267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“Presented by” credit on the hero's weather line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99248" y="2139696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6D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2651760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2651760"/>
            <a:ext cx="41148" cy="585216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6" name="Text 34"/>
          <p:cNvSpPr/>
          <p:nvPr/>
        </p:nvSpPr>
        <p:spPr>
          <a:xfrm>
            <a:off x="3767328" y="27066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race section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67328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 beside the season-long NFC North race chart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99248" y="2816352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6D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11880" y="3328416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3328416"/>
            <a:ext cx="41148" cy="585216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41" name="Text 39"/>
          <p:cNvSpPr/>
          <p:nvPr/>
        </p:nvSpPr>
        <p:spPr>
          <a:xfrm>
            <a:off x="3767328" y="3383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section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67328" y="3621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 beside the offense &amp; defense leader boards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99248" y="3493008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6D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11880" y="4005072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11880" y="4005072"/>
            <a:ext cx="41148" cy="585216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40599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Game-day guide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6732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listings sold per listing: photos, amenity chips, game-day specials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699248" y="4169664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6D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11880" y="468172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is one config line to activate — and one link to preview: add ?demo to the page URL and your prospect sees their placement filled, live.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 in place, on live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93776" y="1298448"/>
            <a:ext cx="4261104" cy="1586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rpfly\Projects\wpr-packers-tracker\docs\media\banne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114800" cy="14401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" y="2994660"/>
            <a:ext cx="3110233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C:\Users\rpfly\Projects\wpr-packers-tracker\docs\media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067812"/>
            <a:ext cx="2963929" cy="18242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95684" y="1298448"/>
            <a:ext cx="2654540" cy="293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2" descr="C:\Users\rpfly\Projects\wpr-packers-tracker\docs\media\mini-dig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836" y="1371600"/>
            <a:ext cx="2508236" cy="2788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68836" y="4361688"/>
            <a:ext cx="2508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title lockup and game hero in sales-demo mode (?demo). Right: the newsletter digest — your logo rides along twice a day.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that compounds beyond the page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31071"/>
            <a:ext cx="193121" cy="1931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carry the credit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" y="1645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share the season's numbers as image cards — each one signed “Presented by” the title sponsor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3906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3856" y="25054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Add-to-home-screen and opt-in kickoff alerts pull fans back every game day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3145536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250143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on social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33856" y="33649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share plus a branded card preview wherever links land — Facebook, texts, group chats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66928" y="4005072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41096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the newsletter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3856" y="4224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 is baked into a fresh image twice a day for email — your logo included, in every inbox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358384" y="1737360"/>
            <a:ext cx="33101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C:\Users\rpfly\Projects\wpr-packers-tracker\public\og-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810512"/>
            <a:ext cx="3163824" cy="16824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58384" y="367588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card readers post — every share is a branded impression.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Measured, not promised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31071"/>
            <a:ext cx="193121" cy="1931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" y="1645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— cookieless, GDPR-clean, no consent banner. Page views are your impressions.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3906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Click-throughs per slot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3856" y="25054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sponsor click is tagged with its placement, so you see exactly which surface works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3145536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250143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live dashboard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33856" y="33649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link to your numbers — check impressions and clicks any day of the season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66928" y="4005072"/>
            <a:ext cx="402336" cy="402336"/>
          </a:xfrm>
          <a:prstGeom prst="ellipse">
            <a:avLst/>
          </a:prstGeom>
          <a:solidFill>
            <a:srgbClr val="20373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41096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UTM-tagged traffic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3856" y="4224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from the tracker arrive labeled in your own analytics, end to end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358384" y="1481328"/>
            <a:ext cx="3310128" cy="2651760"/>
          </a:xfrm>
          <a:prstGeom prst="rect">
            <a:avLst/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58384" y="1481328"/>
            <a:ext cx="45720" cy="2651760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2" name="Text 16"/>
          <p:cNvSpPr/>
          <p:nvPr/>
        </p:nvSpPr>
        <p:spPr>
          <a:xfrm>
            <a:off x="557784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SLOT · MONTHLY REPORT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577840" y="1956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14,800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55778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impressions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577840" y="2779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5577840" y="3255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click-throughs to your site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577840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3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your brand in the huddle.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run from a single-section credit to title sponsorship of the page. Slots activate the same day they're sold, for every game still to play — and your live dashboard link comes with the first invoice.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51206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91840"/>
            <a:ext cx="45720" cy="1005840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weber.chris@wausaupilotandreview.com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715-301-5539   ·   602 Ruder St., Wausau, WI 54403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— Where Locals Look First For News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Packers, by the numbers — sponsorship</dc:title>
  <dc:subject>PptxGenJS Presentation</dc:subject>
  <dc:creator>Wausau Pilot &amp; Review</dc:creator>
  <cp:lastModifiedBy>Wausau Pilot &amp; Review</cp:lastModifiedBy>
  <cp:revision>1</cp:revision>
  <dcterms:created xsi:type="dcterms:W3CDTF">2026-09-25T18:04:06Z</dcterms:created>
  <dcterms:modified xsi:type="dcterms:W3CDTF">2026-09-25T18:04:06Z</dcterms:modified>
</cp:coreProperties>
</file>