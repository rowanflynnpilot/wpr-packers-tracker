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 ·  SPONSORSHIP 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Packers,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season-long Green Bay Packers stats experience inside Wisconsin's most local news brand — with your name on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wausaupilotandreview.com   ·   weber.chris@wausaupilotandreview.com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38928" y="2542032"/>
            <a:ext cx="3529584" cy="194767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C:\Users\rpfly\Projects\wpr-packers-tracker\public\og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615184"/>
            <a:ext cx="338328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Wisconsin's biggest weekly audience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days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anticipation around every game — countdown, injuries, matchup, film room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0" name="Text 8"/>
          <p:cNvSpPr/>
          <p:nvPr/>
        </p:nvSpPr>
        <p:spPr>
          <a:xfrm>
            <a:off x="2798064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98064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— score, situation and win probability are always live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882896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slots on one page, from a section credit to the title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21424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424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67728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— no consent banner between a reader and your brand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and gold is the state religion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is where central Wisconsin looks first for news — and no team owns this state's attention like the Packers. This page puts your brand inside that Sunday habit, not beside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quality, not ad clutter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designed page — no programmatic ads, no pop-ups. Sponsor lockups are part of the page's design language, so your brand reads as the patron of the coverage, the way print sponsorship used to work.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readers get, all season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21562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down &amp; distance, win probability and latest plays, refreshed every 30 seconds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0016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521562"/>
            <a:ext cx="175565" cy="1755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+ the race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212080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North with form strips, and the division race charted week by week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2408530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odds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4,000-simulation forecast of the January picture, run right in the browser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0016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408530"/>
            <a:ext cx="175565" cy="1755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schedule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212080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weeks with kickoff, TV and venue; every final opens a box score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66928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6" y="329549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78992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078992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weather for home games — half the story of December football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700016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295498"/>
            <a:ext cx="175565" cy="1755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room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212080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replayed: win-probability chart, scoring plays, 20+ yard chunk plays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66928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6" y="418246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78992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player cards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1078992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and defense leaders with NFL rank chips; tap any player for their card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700016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5114" y="41824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12080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calendar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5212080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alerts and a one-click season calendar download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slots, sold like print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97480" cy="3401568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38988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+ Packers banner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75564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 LOCKUP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212140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130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 · credit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4871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 · credit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3232" y="285292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pulse + standings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321868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chart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" y="358444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93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+ box scores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 · venue listings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" y="43159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film room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4791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title package    </a:t>
            </a:r>
            <a:pPr indent="0" marL="0">
              <a:buNone/>
            </a:pPr>
            <a:r>
              <a:rPr lang="en-US" sz="10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slots    </a:t>
            </a:r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editorial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298448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298448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sponsorship — the flagship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15910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lockup + hero credit + email digest logo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99248" y="1463040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11880" y="1975104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1975104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1" name="Text 29"/>
          <p:cNvSpPr/>
          <p:nvPr/>
        </p:nvSpPr>
        <p:spPr>
          <a:xfrm>
            <a:off x="3767328" y="20299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kickoff forecast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6732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“Presented by” credit on the hero's weather line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99248" y="2139696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11880" y="2651760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11880" y="2651760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6" name="Text 34"/>
          <p:cNvSpPr/>
          <p:nvPr/>
        </p:nvSpPr>
        <p:spPr>
          <a:xfrm>
            <a:off x="3767328" y="27066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section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44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season-long NFC North race chart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99248" y="2816352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11880" y="3328416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1880" y="3328416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section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21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offense &amp; defense leader boards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99248" y="3493008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611880" y="4005072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4005072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6" name="Text 44"/>
          <p:cNvSpPr/>
          <p:nvPr/>
        </p:nvSpPr>
        <p:spPr>
          <a:xfrm>
            <a:off x="3767328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Game-day guide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7673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 listings sold per listing: photos, amenity chips, game-day specials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99248" y="4169664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46817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slot is one config line to activate — and one link to preview: add ?demo to the page URL and your prospect sees their placement filled, live.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 in place, on live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3776" y="1298448"/>
            <a:ext cx="4992624" cy="18425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rpfly\Projects\wpr-packers-tracker\docs\media\banne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846320" cy="16962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" y="3035808"/>
            <a:ext cx="4306824" cy="1934337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1" descr="C:\Users\rpfly\Projects\wpr-packers-tracker\docs\media\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108960"/>
            <a:ext cx="4160520" cy="178803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16168" y="1298448"/>
            <a:ext cx="2478024" cy="166747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9" name="Image 2" descr="C:\Users\rpfly\Projects\wpr-packers-tracker\docs\media\mini-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2331720" cy="152117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6928" y="49377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title lockup + game hero in sales-demo mode (?demo). Right: the newsletter digest — your logo rides along twice a day.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that compounds beyond the page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their calendar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season-schedule download carries the title sponsor's credit into every kickoff on readers' own phones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and opt-in kickoff alerts pull fans back every game 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 on social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 plus a branded card preview wherever links land — Facebook, texts, group chats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the newsletter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is baked into a fresh image twice a day for email — your logo included, in every inbox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737360"/>
            <a:ext cx="331012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C:\Users\rpfly\Projects\wpr-packers-tracker\public\og-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810512"/>
            <a:ext cx="3163824" cy="16824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3675888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card readers post — every share is a branded impression.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Measured, not promised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analytics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— cookieless, GDPR-clean, no consent banner. Page views are your impressions.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per slot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sponsor click is tagged with its placement, so you see exactly which surface works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live dashboard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link to your numbers — check impressions and clicks any day of the season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UTM-tagged traffic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from the tracker arrive labeled in your own analytics, end to end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481328"/>
            <a:ext cx="3310128" cy="2651760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358384" y="1481328"/>
            <a:ext cx="45720" cy="265176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2" name="Text 16"/>
          <p:cNvSpPr/>
          <p:nvPr/>
        </p:nvSpPr>
        <p:spPr>
          <a:xfrm>
            <a:off x="5577840" y="16642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SLOT · MONTHLY REPORT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5577840" y="19568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14,800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5577840" y="2432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impressions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577840" y="2779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577840" y="32552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to your site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577840" y="3767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figures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your brand in the huddle.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run from a single-section credit to title sponsorship of the page. Slots activate the same day they're sold — before Week 1 puts the whole state on this page — and your live dashboard link comes with the first invoice.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91840"/>
            <a:ext cx="5120640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291840"/>
            <a:ext cx="45720" cy="100584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weber.chris@wausaupilotandreview.com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715-301-5539   ·   602 Ruder St., Wausau, WI 54403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— Where Locals Look First For News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Packers, by the numbers — sponsorship</dc:title>
  <dc:subject>PptxGenJS Presentation</dc:subject>
  <dc:creator>Wausau Pilot &amp; Review</dc:creator>
  <cp:lastModifiedBy>Wausau Pilot &amp; Review</cp:lastModifiedBy>
  <cp:revision>1</cp:revision>
  <dcterms:created xsi:type="dcterms:W3CDTF">2026-08-11T02:58:56Z</dcterms:created>
  <dcterms:modified xsi:type="dcterms:W3CDTF">2026-08-11T02:58:56Z</dcterms:modified>
</cp:coreProperties>
</file>